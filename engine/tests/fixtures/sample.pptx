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all milestone targets were achieved within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Strategic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Presenter: Engineering Team</a:t>
            </a:r>
          </a:p>
          <a:p>
            <a:r>
              <a:t>Focus: Knowledge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Ingestion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Vector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